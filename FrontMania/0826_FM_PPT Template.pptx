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9" r:id="rId2"/>
    <p:sldId id="256" r:id="rId3"/>
    <p:sldId id="260" r:id="rId4"/>
  </p:sldIdLst>
  <p:sldSz cx="9144000" cy="5143500" type="screen16x9"/>
  <p:notesSz cx="6858000" cy="91440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4" userDrawn="1">
          <p15:clr>
            <a:srgbClr val="A4A3A4"/>
          </p15:clr>
        </p15:guide>
        <p15:guide id="2" pos="2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1618"/>
    <a:srgbClr val="D91E02"/>
    <a:srgbClr val="FF0000"/>
    <a:srgbClr val="FF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87F59D-A4F8-4E15-8525-8313D0305E5A}" v="1" dt="2023-09-07T07:53:13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90" autoAdjust="0"/>
    <p:restoredTop sz="94775" autoAdjust="0"/>
  </p:normalViewPr>
  <p:slideViewPr>
    <p:cSldViewPr snapToGrid="0" snapToObjects="1" showGuides="1">
      <p:cViewPr varScale="1">
        <p:scale>
          <a:sx n="208" d="100"/>
          <a:sy n="208" d="100"/>
        </p:scale>
        <p:origin x="624" y="176"/>
      </p:cViewPr>
      <p:guideLst>
        <p:guide orient="horz" pos="894"/>
        <p:guide pos="2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CC661-F3B3-5644-8990-ED0E749BB670}" type="datetimeFigureOut">
              <a:rPr lang="nl-NL" smtClean="0"/>
              <a:t>20-08-2026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F7992-DF15-5343-88E1-6F6B982B295B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30460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First slide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42435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Subject slides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F7992-DF15-5343-88E1-6F6B982B295B}" type="slidenum">
              <a:rPr lang="nl-NL" smtClean="0"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3977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Klik om de titelstijl van het model te bewerken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20-08-2026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189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20-08-2026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303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Klik om de tekststijl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20-08-2026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54660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20-08-2026</a:t>
            </a:fld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50108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20-08-2026</a:t>
            </a:fld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1956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20-08-2026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5220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20-08-2026</a:t>
            </a:fld>
            <a:endParaRPr lang="nl-NL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81383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Klik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20-08-2026</a:t>
            </a:fld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7274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Klik om de tekststijl van het model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20-08-2026</a:t>
            </a:fld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57765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20-08-2026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0687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E6FAA-08C5-3544-AD92-E8468CA69CA3}" type="datetimeFigureOut">
              <a:rPr lang="nl-NL" smtClean="0"/>
              <a:t>20-08-2026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EDD03-FD51-744D-A6D5-8D48B23C31AB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76863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Titelstijl van model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Klik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E6FAA-08C5-3544-AD92-E8468CA69CA3}" type="datetimeFigureOut">
              <a:rPr lang="nl-NL" smtClean="0"/>
              <a:t>20-08-2026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EDD03-FD51-744D-A6D5-8D48B23C31AB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5485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F45240B-6607-BE2C-59CB-05655367DE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9018"/>
            <a:ext cx="9144000" cy="5170205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8E8F8900-F145-2A72-4358-10061BC1E8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3443" y="581279"/>
            <a:ext cx="4277114" cy="398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82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A95CFACE-E5D6-D3FD-2CDB-2CE6B0DB3E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9018"/>
            <a:ext cx="9144000" cy="5170205"/>
          </a:xfrm>
          <a:prstGeom prst="rect">
            <a:avLst/>
          </a:prstGeom>
        </p:spPr>
      </p:pic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78DC2E32-BA54-8D49-B2D9-DF9F5CC98C75}"/>
              </a:ext>
            </a:extLst>
          </p:cNvPr>
          <p:cNvSpPr/>
          <p:nvPr/>
        </p:nvSpPr>
        <p:spPr>
          <a:xfrm>
            <a:off x="238685" y="834887"/>
            <a:ext cx="8666630" cy="4045645"/>
          </a:xfrm>
          <a:prstGeom prst="roundRect">
            <a:avLst>
              <a:gd name="adj" fmla="val 2176"/>
            </a:avLst>
          </a:prstGeom>
          <a:solidFill>
            <a:schemeClr val="tx1">
              <a:alpha val="79757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73B9127F-52E2-8048-995B-B20FE4B4015B}"/>
              </a:ext>
            </a:extLst>
          </p:cNvPr>
          <p:cNvSpPr txBox="1"/>
          <p:nvPr/>
        </p:nvSpPr>
        <p:spPr>
          <a:xfrm>
            <a:off x="352761" y="951730"/>
            <a:ext cx="8374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 err="1">
                <a:solidFill>
                  <a:schemeClr val="bg1"/>
                </a:solidFill>
              </a:rPr>
              <a:t>Text</a:t>
            </a:r>
            <a:endParaRPr lang="nl-NL" sz="1600" dirty="0">
              <a:solidFill>
                <a:schemeClr val="bg1"/>
              </a:solidFill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CEB8F6FA-B500-0A4C-9650-A072F1ACD8B3}"/>
              </a:ext>
            </a:extLst>
          </p:cNvPr>
          <p:cNvSpPr txBox="1"/>
          <p:nvPr/>
        </p:nvSpPr>
        <p:spPr>
          <a:xfrm>
            <a:off x="238684" y="197267"/>
            <a:ext cx="7218829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nl-NL" sz="2400" b="1" dirty="0">
                <a:solidFill>
                  <a:schemeClr val="bg1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Speaker</a:t>
            </a:r>
            <a:r>
              <a:rPr lang="nl-NL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 ∙ </a:t>
            </a:r>
            <a:r>
              <a:rPr lang="nl-NL" sz="2400" b="1" dirty="0" err="1">
                <a:solidFill>
                  <a:schemeClr val="bg1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Title</a:t>
            </a:r>
            <a:endParaRPr lang="nl-NL" sz="2400" b="1" dirty="0">
              <a:solidFill>
                <a:schemeClr val="bg1"/>
              </a:solidFill>
              <a:effectLst>
                <a:outerShdw blurRad="459471" dist="568810" dir="5400000" sx="1000" sy="1000" algn="ctr" rotWithShape="0">
                  <a:srgbClr val="741618"/>
                </a:outerShdw>
              </a:effectLst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7646BB1-6FB0-0B5D-F63B-4DC546082B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92777" y="328916"/>
            <a:ext cx="960207" cy="89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3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34E3536D-F8CE-65D8-DEDD-1CF80AB1FF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9018"/>
            <a:ext cx="9144000" cy="5170205"/>
          </a:xfrm>
          <a:prstGeom prst="rect">
            <a:avLst/>
          </a:prstGeom>
        </p:spPr>
      </p:pic>
      <p:grpSp>
        <p:nvGrpSpPr>
          <p:cNvPr id="4" name="Groep 3">
            <a:extLst>
              <a:ext uri="{FF2B5EF4-FFF2-40B4-BE49-F238E27FC236}">
                <a16:creationId xmlns:a16="http://schemas.microsoft.com/office/drawing/2014/main" id="{F61B9E64-6F0A-CC23-87F7-DC44AF8EB7B1}"/>
              </a:ext>
            </a:extLst>
          </p:cNvPr>
          <p:cNvGrpSpPr/>
          <p:nvPr/>
        </p:nvGrpSpPr>
        <p:grpSpPr>
          <a:xfrm>
            <a:off x="7339" y="1994094"/>
            <a:ext cx="9144000" cy="461665"/>
            <a:chOff x="7339" y="4406212"/>
            <a:chExt cx="9144000" cy="461665"/>
          </a:xfrm>
        </p:grpSpPr>
        <p:sp>
          <p:nvSpPr>
            <p:cNvPr id="2" name="Tekstvak 1">
              <a:extLst>
                <a:ext uri="{FF2B5EF4-FFF2-40B4-BE49-F238E27FC236}">
                  <a16:creationId xmlns:a16="http://schemas.microsoft.com/office/drawing/2014/main" id="{E14B33A6-5527-F4E2-465F-D21363A015CC}"/>
                </a:ext>
              </a:extLst>
            </p:cNvPr>
            <p:cNvSpPr txBox="1"/>
            <p:nvPr/>
          </p:nvSpPr>
          <p:spPr>
            <a:xfrm>
              <a:off x="7339" y="4406212"/>
              <a:ext cx="9144000" cy="46166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nl-NL" sz="2400" dirty="0">
                  <a:solidFill>
                    <a:schemeClr val="bg1"/>
                  </a:solidFill>
                  <a:effectLst>
                    <a:outerShdw blurRad="459471" dist="568810" dir="5400000" sx="1000" sy="1000" algn="ctr" rotWithShape="0">
                      <a:srgbClr val="741618"/>
                    </a:outerShdw>
                  </a:effectLst>
                </a:rPr>
                <a:t>#</a:t>
              </a:r>
              <a:r>
                <a:rPr lang="nl-NL" sz="2400" dirty="0" err="1">
                  <a:solidFill>
                    <a:schemeClr val="bg1"/>
                  </a:solidFill>
                  <a:effectLst>
                    <a:outerShdw blurRad="459471" dist="568810" dir="5400000" sx="1000" sy="1000" algn="ctr" rotWithShape="0">
                      <a:srgbClr val="741618"/>
                    </a:outerShdw>
                  </a:effectLst>
                </a:rPr>
                <a:t>FrontMania</a:t>
              </a:r>
              <a:endParaRPr lang="nl-NL" sz="2400" dirty="0">
                <a:solidFill>
                  <a:schemeClr val="bg1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endParaRPr>
            </a:p>
          </p:txBody>
        </p:sp>
        <p:pic>
          <p:nvPicPr>
            <p:cNvPr id="7" name="Afbeelding 6" descr="Afbeelding met lijn, symbool, Graphics, wit&#10;&#10;Automatisch gegenereerde beschrijving">
              <a:extLst>
                <a:ext uri="{FF2B5EF4-FFF2-40B4-BE49-F238E27FC236}">
                  <a16:creationId xmlns:a16="http://schemas.microsoft.com/office/drawing/2014/main" id="{4BD1B147-1A23-8A0D-50B0-89957F4A5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35539" y="4525026"/>
              <a:ext cx="258557" cy="233611"/>
            </a:xfrm>
            <a:prstGeom prst="rect">
              <a:avLst/>
            </a:prstGeom>
          </p:spPr>
        </p:pic>
      </p:grpSp>
      <p:sp>
        <p:nvSpPr>
          <p:cNvPr id="9" name="Tekstvak 8">
            <a:extLst>
              <a:ext uri="{FF2B5EF4-FFF2-40B4-BE49-F238E27FC236}">
                <a16:creationId xmlns:a16="http://schemas.microsoft.com/office/drawing/2014/main" id="{4D008563-3415-BC4A-8348-8F5D0F3BBF27}"/>
              </a:ext>
            </a:extLst>
          </p:cNvPr>
          <p:cNvSpPr txBox="1"/>
          <p:nvPr/>
        </p:nvSpPr>
        <p:spPr>
          <a:xfrm>
            <a:off x="0" y="1053857"/>
            <a:ext cx="9144000" cy="830997"/>
          </a:xfrm>
          <a:prstGeom prst="rect">
            <a:avLst/>
          </a:prstGeom>
          <a:noFill/>
          <a:effectLst>
            <a:outerShdw blurRad="127000" dist="38100" dir="5400000" algn="t" rotWithShape="0">
              <a:prstClr val="black">
                <a:alpha val="85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nl-NL" sz="4800" b="1" dirty="0" err="1">
                <a:solidFill>
                  <a:schemeClr val="bg1"/>
                </a:solidFill>
                <a:effectLst>
                  <a:outerShdw blurRad="459471" dir="5400000" sx="93000" sy="93000" algn="ctr" rotWithShape="0">
                    <a:schemeClr val="tx1">
                      <a:alpha val="0"/>
                    </a:schemeClr>
                  </a:outerShdw>
                </a:effectLst>
              </a:rPr>
              <a:t>Thanks</a:t>
            </a:r>
            <a:r>
              <a:rPr lang="nl-NL" sz="4800" b="1" dirty="0">
                <a:solidFill>
                  <a:schemeClr val="bg1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 </a:t>
            </a:r>
            <a:r>
              <a:rPr lang="nl-NL" sz="4800" b="1" dirty="0" err="1">
                <a:solidFill>
                  <a:schemeClr val="bg1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for</a:t>
            </a:r>
            <a:r>
              <a:rPr lang="nl-NL" sz="4800" b="1" dirty="0">
                <a:solidFill>
                  <a:schemeClr val="bg1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 </a:t>
            </a:r>
            <a:r>
              <a:rPr lang="nl-NL" sz="4800" b="1" dirty="0" err="1">
                <a:solidFill>
                  <a:schemeClr val="bg1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your</a:t>
            </a:r>
            <a:r>
              <a:rPr lang="nl-NL" sz="4800" b="1" dirty="0">
                <a:solidFill>
                  <a:schemeClr val="bg1"/>
                </a:solidFill>
                <a:effectLst>
                  <a:outerShdw blurRad="459471" dist="568810" dir="5400000" sx="1000" sy="1000" algn="ctr" rotWithShape="0">
                    <a:srgbClr val="741618"/>
                  </a:outerShdw>
                </a:effectLst>
              </a:rPr>
              <a:t> attention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0C76A58-9D78-1683-C122-932C4DD37D6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77979" y="2927136"/>
            <a:ext cx="1988043" cy="185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64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16</Words>
  <Application>Microsoft Macintosh PowerPoint</Application>
  <PresentationFormat>Diavoorstelling (16:9)</PresentationFormat>
  <Paragraphs>8</Paragraphs>
  <Slides>3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Office-thema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Jannemieke Duyzer</dc:creator>
  <cp:lastModifiedBy>Bert Sluyter - Reshift</cp:lastModifiedBy>
  <cp:revision>60</cp:revision>
  <dcterms:created xsi:type="dcterms:W3CDTF">2015-09-09T07:34:14Z</dcterms:created>
  <dcterms:modified xsi:type="dcterms:W3CDTF">2026-08-20T08:11:24Z</dcterms:modified>
</cp:coreProperties>
</file>